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4" r:id="rId2"/>
    <p:sldId id="257" r:id="rId3"/>
    <p:sldId id="262" r:id="rId4"/>
    <p:sldId id="259" r:id="rId5"/>
    <p:sldId id="265" r:id="rId6"/>
    <p:sldId id="261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697" autoAdjust="0"/>
  </p:normalViewPr>
  <p:slideViewPr>
    <p:cSldViewPr snapToGrid="0">
      <p:cViewPr varScale="1">
        <p:scale>
          <a:sx n="50" d="100"/>
          <a:sy n="50" d="100"/>
        </p:scale>
        <p:origin x="19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64F9093-93C4-4239-FA2C-98AED3E73A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74C935-AF06-DE7F-76D1-152A98D84B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1486F-ACEF-4199-BE20-93843C15D996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541FE1-09FC-CA62-C93E-D5F5F82151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4EC713-AC79-8D12-4212-D8B845790C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5769A-41DC-42B6-A3EC-5BBBD30A7E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366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5A1CB-D20C-4302-B3E2-C07BA6F6571D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94547-82D6-4124-AE3F-67A3B42F3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69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◆作成するコントローラ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◆作成するモデル</a:t>
            </a:r>
            <a:endParaRPr kumimoji="1" lang="en-US" altLang="ja-JP" dirty="0"/>
          </a:p>
          <a:p>
            <a:r>
              <a:rPr kumimoji="1" lang="en-US" altLang="ja-JP" dirty="0"/>
              <a:t>rails g model </a:t>
            </a:r>
            <a:r>
              <a:rPr kumimoji="1" lang="ja-JP" altLang="en-US" dirty="0"/>
              <a:t>モデル名 </a:t>
            </a:r>
            <a:r>
              <a:rPr lang="ja-JP" altLang="ja-JP" dirty="0"/>
              <a:t>question</a:t>
            </a:r>
            <a:r>
              <a:rPr lang="en-US" altLang="ja-JP" dirty="0"/>
              <a:t>_</a:t>
            </a:r>
            <a:r>
              <a:rPr kumimoji="1" lang="en-US" altLang="ja-JP" dirty="0" err="1"/>
              <a:t>id:integer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genre_id:integer</a:t>
            </a:r>
            <a:r>
              <a:rPr kumimoji="1" lang="en-US" altLang="ja-JP" dirty="0"/>
              <a:t> </a:t>
            </a:r>
            <a:r>
              <a:rPr lang="ja-JP" altLang="ja-JP" dirty="0"/>
              <a:t>question</a:t>
            </a:r>
            <a:r>
              <a:rPr lang="en-US" altLang="ja-JP" dirty="0"/>
              <a:t>:string </a:t>
            </a:r>
            <a:r>
              <a:rPr lang="ja-JP" altLang="ja-JP" dirty="0"/>
              <a:t>answer</a:t>
            </a:r>
            <a:r>
              <a:rPr lang="en-US" altLang="ja-JP" dirty="0"/>
              <a:t>:string a:string b:string c:string</a:t>
            </a:r>
          </a:p>
          <a:p>
            <a:endParaRPr lang="en-US" altLang="ja-JP" dirty="0"/>
          </a:p>
          <a:p>
            <a:r>
              <a:rPr kumimoji="1" lang="en-US" altLang="ja-JP" dirty="0"/>
              <a:t>rails g model </a:t>
            </a:r>
            <a:r>
              <a:rPr kumimoji="1" lang="ja-JP" altLang="en-US" dirty="0"/>
              <a:t>モデル名 </a:t>
            </a:r>
            <a:r>
              <a:rPr kumimoji="1" lang="en-US" altLang="ja-JP" dirty="0" err="1"/>
              <a:t>genre_id:integer</a:t>
            </a:r>
            <a:r>
              <a:rPr kumimoji="1" lang="en-US" altLang="ja-JP" dirty="0"/>
              <a:t> </a:t>
            </a:r>
            <a:r>
              <a:rPr kumimoji="1" lang="ja-JP" altLang="en-US" dirty="0"/>
              <a:t>ジャンル名</a:t>
            </a:r>
            <a:r>
              <a:rPr kumimoji="1" lang="en-US" altLang="ja-JP" dirty="0"/>
              <a:t>:string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rails g model </a:t>
            </a:r>
            <a:r>
              <a:rPr kumimoji="1" lang="ja-JP" altLang="en-US" dirty="0"/>
              <a:t>モデル名 </a:t>
            </a:r>
            <a:r>
              <a:rPr lang="ja-JP" altLang="ja-JP" dirty="0"/>
              <a:t>question</a:t>
            </a:r>
            <a:r>
              <a:rPr lang="en-US" altLang="ja-JP" dirty="0"/>
              <a:t>_</a:t>
            </a:r>
            <a:r>
              <a:rPr kumimoji="1" lang="en-US" altLang="ja-JP" dirty="0" err="1"/>
              <a:t>id:integer</a:t>
            </a:r>
            <a:r>
              <a:rPr kumimoji="1" lang="en-US" altLang="ja-JP" dirty="0"/>
              <a:t> </a:t>
            </a:r>
            <a:r>
              <a:rPr kumimoji="1" lang="ja-JP" altLang="en-US" dirty="0"/>
              <a:t>答え</a:t>
            </a:r>
            <a:r>
              <a:rPr kumimoji="1" lang="en-US" altLang="ja-JP" dirty="0"/>
              <a:t>:string </a:t>
            </a:r>
            <a:r>
              <a:rPr kumimoji="1" lang="ja-JP" altLang="en-US" dirty="0"/>
              <a:t>ユーザーの回答</a:t>
            </a:r>
            <a:r>
              <a:rPr kumimoji="1" lang="en-US" altLang="ja-JP" dirty="0"/>
              <a:t>:string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rails g model </a:t>
            </a:r>
            <a:r>
              <a:rPr kumimoji="1" lang="ja-JP" altLang="en-US" dirty="0"/>
              <a:t>モデル名 問題番号</a:t>
            </a:r>
            <a:r>
              <a:rPr kumimoji="1" lang="en-US" altLang="ja-JP" dirty="0"/>
              <a:t>:integer </a:t>
            </a:r>
            <a:r>
              <a:rPr kumimoji="1" lang="ja-JP" altLang="en-US" dirty="0"/>
              <a:t>問題</a:t>
            </a:r>
            <a:r>
              <a:rPr kumimoji="1" lang="en-US" altLang="ja-JP" dirty="0"/>
              <a:t>ID:integer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3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game/top</a:t>
            </a:r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_button(</a:t>
            </a:r>
            <a:r>
              <a:rPr lang="ja-JP" altLang="en-US" dirty="0"/>
              <a:t>ラジオボタン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教科の選択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ja-JP" altLang="ja-JP" dirty="0"/>
              <a:t>question</a:t>
            </a:r>
            <a:r>
              <a:rPr lang="en-US" altLang="ja-JP" dirty="0"/>
              <a:t>_button(</a:t>
            </a:r>
            <a:r>
              <a:rPr lang="ja-JP" altLang="en-US" dirty="0"/>
              <a:t>ラジオボタン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問題数の選択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start_button(</a:t>
            </a:r>
            <a:r>
              <a:rPr lang="ja-JP" altLang="en-US" dirty="0"/>
              <a:t>ラジオボタン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スタート　</a:t>
            </a:r>
            <a:r>
              <a:rPr lang="en-US" altLang="ja-JP" dirty="0"/>
              <a:t>game/quiz</a:t>
            </a:r>
            <a:r>
              <a:rPr lang="ja-JP" altLang="en-US" dirty="0"/>
              <a:t>に遷移</a:t>
            </a:r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54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game/quiz</a:t>
            </a:r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end_button(</a:t>
            </a:r>
            <a:r>
              <a:rPr lang="ja-JP" altLang="en-US" dirty="0"/>
              <a:t>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</a:t>
            </a:r>
            <a:r>
              <a:rPr lang="en-US" altLang="ja-JP" dirty="0"/>
              <a:t>top</a:t>
            </a:r>
            <a:r>
              <a:rPr lang="ja-JP" altLang="en-US" dirty="0"/>
              <a:t>に戻る　</a:t>
            </a:r>
            <a:r>
              <a:rPr lang="en-US" altLang="ja-JP" dirty="0"/>
              <a:t>game/top</a:t>
            </a:r>
            <a:r>
              <a:rPr lang="ja-JP" altLang="en-US" dirty="0"/>
              <a:t>に遷移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choices_button(</a:t>
            </a:r>
            <a:r>
              <a:rPr lang="ja-JP" altLang="en-US" dirty="0"/>
              <a:t>ラジオボタン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選択肢・正解が</a:t>
            </a:r>
            <a:r>
              <a:rPr lang="en-US" altLang="ja-JP" dirty="0"/>
              <a:t>1</a:t>
            </a:r>
            <a:r>
              <a:rPr lang="ja-JP" altLang="en-US" dirty="0"/>
              <a:t>つ　配置ランダム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back_button(</a:t>
            </a:r>
            <a:r>
              <a:rPr lang="ja-JP" altLang="en-US" dirty="0"/>
              <a:t>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前の問題に戻る　</a:t>
            </a:r>
            <a:r>
              <a:rPr lang="en-US" altLang="ja-JP" dirty="0"/>
              <a:t>1</a:t>
            </a:r>
            <a:r>
              <a:rPr lang="ja-JP" altLang="en-US" dirty="0"/>
              <a:t>問目の場合、なにもしない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next_button(</a:t>
            </a:r>
            <a:r>
              <a:rPr lang="ja-JP" altLang="en-US" dirty="0"/>
              <a:t>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次の問題に進む　最後の問題の場合、</a:t>
            </a:r>
            <a:r>
              <a:rPr lang="en-US" altLang="ja-JP" dirty="0"/>
              <a:t>game/</a:t>
            </a:r>
            <a:r>
              <a:rPr kumimoji="1" lang="en-US" altLang="ja-JP" dirty="0"/>
              <a:t>result</a:t>
            </a:r>
            <a:r>
              <a:rPr kumimoji="1" lang="ja-JP" altLang="en-US" dirty="0"/>
              <a:t>に遷移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95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game/</a:t>
            </a:r>
            <a:r>
              <a:rPr kumimoji="1" lang="en-US" altLang="ja-JP" dirty="0"/>
              <a:t>result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dirty="0" err="1"/>
              <a:t>retry_button</a:t>
            </a:r>
            <a:r>
              <a:rPr lang="en-US" altLang="ja-JP" dirty="0"/>
              <a:t>(</a:t>
            </a:r>
            <a:r>
              <a:rPr lang="ja-JP" altLang="en-US" dirty="0"/>
              <a:t>ボタン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リスタート　</a:t>
            </a:r>
            <a:r>
              <a:rPr lang="en-US" altLang="ja-JP" dirty="0"/>
              <a:t>game/quiz</a:t>
            </a:r>
            <a:r>
              <a:rPr lang="ja-JP" altLang="en-US" dirty="0"/>
              <a:t>に遷移</a:t>
            </a:r>
            <a:endParaRPr lang="en-US" altLang="ja-JP" dirty="0"/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◆</a:t>
            </a:r>
            <a:r>
              <a:rPr kumimoji="1" lang="en-US" altLang="ja-JP" dirty="0" err="1"/>
              <a:t>top</a:t>
            </a:r>
            <a:r>
              <a:rPr lang="en-US" altLang="ja-JP" dirty="0" err="1"/>
              <a:t>_button</a:t>
            </a:r>
            <a:r>
              <a:rPr lang="en-US" altLang="ja-JP" dirty="0"/>
              <a:t>(</a:t>
            </a:r>
            <a:r>
              <a:rPr lang="ja-JP" altLang="en-US" dirty="0"/>
              <a:t>ボタン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r>
              <a:rPr kumimoji="1" lang="ja-JP" altLang="en-US" dirty="0"/>
              <a:t>　</a:t>
            </a:r>
            <a:r>
              <a:rPr lang="en-US" altLang="ja-JP" dirty="0"/>
              <a:t>top</a:t>
            </a:r>
            <a:r>
              <a:rPr lang="ja-JP" altLang="en-US" dirty="0"/>
              <a:t>に戻る　</a:t>
            </a:r>
            <a:r>
              <a:rPr lang="en-US" altLang="ja-JP" dirty="0"/>
              <a:t>game/top</a:t>
            </a:r>
            <a:r>
              <a:rPr lang="ja-JP" altLang="en-US" dirty="0"/>
              <a:t>に遷移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878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F6A2-DD1D-65D9-BD72-CCF991DE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33FECA2-4362-5244-BB50-DAC135B89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D8F51B-8772-21C5-5F8E-3911DB071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admin/genre</a:t>
            </a:r>
          </a:p>
          <a:p>
            <a:endParaRPr lang="en-US" altLang="ja-JP" dirty="0"/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1_area(</a:t>
            </a:r>
            <a:r>
              <a:rPr lang="ja-JP" altLang="en-US" dirty="0"/>
              <a:t>テキストエリア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2_area(</a:t>
            </a:r>
            <a:r>
              <a:rPr lang="ja-JP" altLang="en-US" dirty="0"/>
              <a:t>テキストエリア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3_area(</a:t>
            </a:r>
            <a:r>
              <a:rPr lang="ja-JP" altLang="en-US" dirty="0"/>
              <a:t>テキストエリア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4_area(</a:t>
            </a:r>
            <a:r>
              <a:rPr lang="ja-JP" altLang="en-US" dirty="0"/>
              <a:t>テキストエリア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5_area(</a:t>
            </a:r>
            <a:r>
              <a:rPr lang="ja-JP" altLang="en-US" dirty="0"/>
              <a:t>テキストエリア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623499-B977-CCFA-C318-DEAD66DEC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655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admin/list</a:t>
            </a:r>
          </a:p>
          <a:p>
            <a:r>
              <a:rPr kumimoji="1" lang="ja-JP" altLang="en-US" dirty="0"/>
              <a:t>◆</a:t>
            </a:r>
            <a:r>
              <a:rPr lang="en-US" altLang="ja-JP" dirty="0" err="1"/>
              <a:t>create_button</a:t>
            </a:r>
            <a:endParaRPr kumimoji="1" lang="en-US" altLang="ja-JP" dirty="0"/>
          </a:p>
          <a:p>
            <a:r>
              <a:rPr kumimoji="1" lang="ja-JP" altLang="en-US" dirty="0"/>
              <a:t>　新規問題作成　</a:t>
            </a:r>
            <a:r>
              <a:rPr kumimoji="1" lang="en-US" altLang="ja-JP" dirty="0"/>
              <a:t>admin/new</a:t>
            </a:r>
            <a:r>
              <a:rPr kumimoji="1" lang="ja-JP" altLang="en-US" dirty="0"/>
              <a:t>に遷移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dirty="0"/>
              <a:t>search_area</a:t>
            </a:r>
          </a:p>
          <a:p>
            <a:r>
              <a:rPr kumimoji="1" lang="ja-JP" altLang="en-US" dirty="0"/>
              <a:t>　問題文の入力→</a:t>
            </a:r>
            <a:r>
              <a:rPr lang="en-US" altLang="ja-JP" dirty="0"/>
              <a:t>search_button</a:t>
            </a:r>
            <a:r>
              <a:rPr lang="ja-JP" altLang="en-US" dirty="0"/>
              <a:t>を押す</a:t>
            </a:r>
            <a:endParaRPr lang="en-US" altLang="ja-JP" dirty="0"/>
          </a:p>
          <a:p>
            <a:r>
              <a:rPr kumimoji="1" lang="ja-JP" altLang="en-US" dirty="0"/>
              <a:t>　そのキーワードに該当する問題を表示する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_search</a:t>
            </a:r>
            <a:endParaRPr kumimoji="1" lang="en-US" altLang="ja-JP" dirty="0"/>
          </a:p>
          <a:p>
            <a:r>
              <a:rPr kumimoji="1" lang="ja-JP" altLang="en-US" dirty="0"/>
              <a:t>　ジャンル選択→</a:t>
            </a:r>
            <a:r>
              <a:rPr lang="en-US" altLang="ja-JP" dirty="0"/>
              <a:t>search_button</a:t>
            </a:r>
            <a:r>
              <a:rPr lang="ja-JP" altLang="en-US" dirty="0"/>
              <a:t>を押す</a:t>
            </a:r>
            <a:endParaRPr lang="en-US" altLang="ja-JP" dirty="0"/>
          </a:p>
          <a:p>
            <a:r>
              <a:rPr kumimoji="1" lang="ja-JP" altLang="en-US" dirty="0"/>
              <a:t>　そのジャンルのみ表示する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dirty="0"/>
              <a:t>search_button</a:t>
            </a:r>
          </a:p>
          <a:p>
            <a:r>
              <a:rPr kumimoji="1" lang="ja-JP" altLang="en-US" dirty="0"/>
              <a:t>　何も押されてない場合、なにもしない</a:t>
            </a:r>
            <a:endParaRPr kumimoji="1" lang="en-US" altLang="ja-JP" dirty="0"/>
          </a:p>
          <a:p>
            <a:r>
              <a:rPr kumimoji="1" lang="ja-JP" altLang="en-US" dirty="0"/>
              <a:t>　どっちも押された場合、ジャンルを絞り込み、そのキーワードに該当する問題を表示する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65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admin/new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dirty="0"/>
              <a:t>g</a:t>
            </a:r>
            <a:r>
              <a:rPr lang="ja-JP" altLang="ja-JP" dirty="0"/>
              <a:t>enre</a:t>
            </a:r>
            <a:r>
              <a:rPr lang="en-US" altLang="ja-JP" dirty="0"/>
              <a:t>_select</a:t>
            </a:r>
          </a:p>
          <a:p>
            <a:r>
              <a:rPr kumimoji="1" lang="ja-JP" altLang="en-US" dirty="0"/>
              <a:t>　ジャンルを選択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ja-JP" altLang="ja-JP" dirty="0"/>
              <a:t>question</a:t>
            </a:r>
            <a:r>
              <a:rPr lang="en-US" altLang="ja-JP" dirty="0"/>
              <a:t>_area</a:t>
            </a:r>
            <a:endParaRPr kumimoji="1" lang="en-US" altLang="ja-JP" dirty="0"/>
          </a:p>
          <a:p>
            <a:r>
              <a:rPr kumimoji="1" lang="ja-JP" altLang="en-US" dirty="0"/>
              <a:t>　問題文を入力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ja-JP" altLang="ja-JP" dirty="0"/>
              <a:t>answer</a:t>
            </a:r>
            <a:r>
              <a:rPr lang="en-US" altLang="ja-JP" dirty="0"/>
              <a:t>_area</a:t>
            </a:r>
            <a:endParaRPr kumimoji="1" lang="en-US" altLang="ja-JP" dirty="0"/>
          </a:p>
          <a:p>
            <a:r>
              <a:rPr kumimoji="1" lang="ja-JP" altLang="en-US" dirty="0"/>
              <a:t>　問題の答えとなる選択肢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lang="en-US" altLang="ja-JP" sz="1200" dirty="0" err="1">
                <a:solidFill>
                  <a:schemeClr val="tx1"/>
                </a:solidFill>
              </a:rPr>
              <a:t>a_area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問題の誤答となる選択肢</a:t>
            </a:r>
            <a:r>
              <a:rPr lang="en-US" altLang="ja-JP" sz="1200" dirty="0">
                <a:solidFill>
                  <a:schemeClr val="tx1"/>
                </a:solidFill>
              </a:rPr>
              <a:t>1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kumimoji="1" lang="en-US" altLang="ja-JP" dirty="0" err="1"/>
              <a:t>b</a:t>
            </a:r>
            <a:r>
              <a:rPr lang="en-US" altLang="ja-JP" sz="1200" dirty="0" err="1">
                <a:solidFill>
                  <a:schemeClr val="tx1"/>
                </a:solidFill>
              </a:rPr>
              <a:t>_area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問題の誤答となる選択肢</a:t>
            </a:r>
            <a:r>
              <a:rPr lang="en-US" altLang="ja-JP" sz="1200" dirty="0">
                <a:solidFill>
                  <a:schemeClr val="tx1"/>
                </a:solidFill>
              </a:rPr>
              <a:t>2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◆</a:t>
            </a:r>
            <a:r>
              <a:rPr kumimoji="1" lang="en-US" altLang="ja-JP" sz="1200" dirty="0" err="1">
                <a:solidFill>
                  <a:schemeClr val="tx1"/>
                </a:solidFill>
              </a:rPr>
              <a:t>c</a:t>
            </a:r>
            <a:r>
              <a:rPr lang="en-US" altLang="ja-JP" sz="1200" dirty="0" err="1">
                <a:solidFill>
                  <a:schemeClr val="tx1"/>
                </a:solidFill>
              </a:rPr>
              <a:t>_area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問題の誤答となる選択肢</a:t>
            </a:r>
            <a:r>
              <a:rPr lang="en-US" altLang="ja-JP" sz="1200" dirty="0">
                <a:solidFill>
                  <a:schemeClr val="tx1"/>
                </a:solidFill>
              </a:rPr>
              <a:t>3</a:t>
            </a:r>
          </a:p>
          <a:p>
            <a:endParaRPr lang="en-US" altLang="ja-JP" sz="1200" dirty="0">
              <a:solidFill>
                <a:schemeClr val="tx1"/>
              </a:solidFill>
            </a:endParaRPr>
          </a:p>
          <a:p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94547-82D6-4124-AE3F-67A3B42F307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160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942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FBFB55-67ED-94A4-D173-23295BE2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782F95-2FF1-4761-FD0B-3FB17DD28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EE01BC-C7E7-271E-955E-495CD4A02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B74F6-EFDE-458F-8FFE-8EF8F5D8B103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8EE61D-30EC-B13A-9E35-268535767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F34A5-E8C7-C0E9-796F-66EE244EF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4CD5B-DB14-4073-B073-ECE5C44E2D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60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9FDFF2-86B6-23D5-D7B4-C3AE63A2FFA0}"/>
              </a:ext>
            </a:extLst>
          </p:cNvPr>
          <p:cNvSpPr/>
          <p:nvPr/>
        </p:nvSpPr>
        <p:spPr>
          <a:xfrm>
            <a:off x="495712" y="597274"/>
            <a:ext cx="2193765" cy="720250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D3B6245-B2FE-88CC-F5E2-74EFA083AF0E}"/>
              </a:ext>
            </a:extLst>
          </p:cNvPr>
          <p:cNvCxnSpPr>
            <a:cxnSpLocks/>
          </p:cNvCxnSpPr>
          <p:nvPr/>
        </p:nvCxnSpPr>
        <p:spPr>
          <a:xfrm>
            <a:off x="3903406" y="519863"/>
            <a:ext cx="1091381" cy="875071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65F46C-7A42-23F6-BE32-A7AD80785301}"/>
              </a:ext>
            </a:extLst>
          </p:cNvPr>
          <p:cNvSpPr txBox="1"/>
          <p:nvPr/>
        </p:nvSpPr>
        <p:spPr>
          <a:xfrm>
            <a:off x="5653902" y="772732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aaa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890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A9F1A95-41A6-32B9-6BA9-71CEC9B15FDC}"/>
              </a:ext>
            </a:extLst>
          </p:cNvPr>
          <p:cNvSpPr/>
          <p:nvPr/>
        </p:nvSpPr>
        <p:spPr>
          <a:xfrm>
            <a:off x="4322208" y="5407702"/>
            <a:ext cx="3547573" cy="74218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/>
              <a:t>スタート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802F5C6-5118-C2F8-EF9B-9C8F252ACBAB}"/>
              </a:ext>
            </a:extLst>
          </p:cNvPr>
          <p:cNvSpPr/>
          <p:nvPr/>
        </p:nvSpPr>
        <p:spPr>
          <a:xfrm>
            <a:off x="5463063" y="4359305"/>
            <a:ext cx="1265862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10</a:t>
            </a:r>
            <a:r>
              <a:rPr kumimoji="1" lang="ja-JP" altLang="en-US" sz="2800" b="1" dirty="0">
                <a:solidFill>
                  <a:schemeClr val="tx1"/>
                </a:solidFill>
              </a:rPr>
              <a:t>問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3F7E994-891C-797E-CAE3-82AC6E2138B4}"/>
              </a:ext>
            </a:extLst>
          </p:cNvPr>
          <p:cNvSpPr/>
          <p:nvPr/>
        </p:nvSpPr>
        <p:spPr>
          <a:xfrm>
            <a:off x="3402019" y="4359304"/>
            <a:ext cx="1265862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5</a:t>
            </a:r>
            <a:r>
              <a:rPr kumimoji="1" lang="ja-JP" altLang="en-US" sz="2800" b="1" dirty="0">
                <a:solidFill>
                  <a:schemeClr val="tx1"/>
                </a:solidFill>
              </a:rPr>
              <a:t>問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F7182CA-59C6-2D69-72C2-43CA4E8C7BE1}"/>
              </a:ext>
            </a:extLst>
          </p:cNvPr>
          <p:cNvSpPr/>
          <p:nvPr/>
        </p:nvSpPr>
        <p:spPr>
          <a:xfrm>
            <a:off x="7524107" y="4359303"/>
            <a:ext cx="1265862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20</a:t>
            </a:r>
            <a:r>
              <a:rPr kumimoji="1" lang="ja-JP" altLang="en-US" sz="2800" b="1" dirty="0">
                <a:solidFill>
                  <a:schemeClr val="tx1"/>
                </a:solidFill>
              </a:rPr>
              <a:t>問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C3AA9C8-B32B-9E69-2A68-62BD5F1134B9}"/>
              </a:ext>
            </a:extLst>
          </p:cNvPr>
          <p:cNvSpPr/>
          <p:nvPr/>
        </p:nvSpPr>
        <p:spPr>
          <a:xfrm>
            <a:off x="5173113" y="886045"/>
            <a:ext cx="1845767" cy="24977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1"/>
                </a:solidFill>
              </a:rPr>
              <a:t>英語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5DE0645-1E6C-DD2E-CCDB-4861F04DE682}"/>
              </a:ext>
            </a:extLst>
          </p:cNvPr>
          <p:cNvSpPr/>
          <p:nvPr/>
        </p:nvSpPr>
        <p:spPr>
          <a:xfrm>
            <a:off x="2822111" y="886044"/>
            <a:ext cx="1845767" cy="24977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数学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B3E180E-E3C0-DE49-8537-B8B43CED32B6}"/>
              </a:ext>
            </a:extLst>
          </p:cNvPr>
          <p:cNvSpPr/>
          <p:nvPr/>
        </p:nvSpPr>
        <p:spPr>
          <a:xfrm>
            <a:off x="471105" y="875034"/>
            <a:ext cx="1845767" cy="24977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国語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7D6834F-8E9D-7408-4082-72DC0A30EEBA}"/>
              </a:ext>
            </a:extLst>
          </p:cNvPr>
          <p:cNvSpPr/>
          <p:nvPr/>
        </p:nvSpPr>
        <p:spPr>
          <a:xfrm>
            <a:off x="7524122" y="890726"/>
            <a:ext cx="1845767" cy="24977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理科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D6A7D6C5-011C-BD45-82C4-5E0DABB2442D}"/>
              </a:ext>
            </a:extLst>
          </p:cNvPr>
          <p:cNvSpPr/>
          <p:nvPr/>
        </p:nvSpPr>
        <p:spPr>
          <a:xfrm>
            <a:off x="9875128" y="931233"/>
            <a:ext cx="1845767" cy="2497767"/>
          </a:xfrm>
          <a:prstGeom prst="roundRect">
            <a:avLst/>
          </a:prstGeom>
          <a:solidFill>
            <a:srgbClr val="FCFF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社会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7B2E75-E560-9EEC-9AD7-E5BF1F84E56F}"/>
              </a:ext>
            </a:extLst>
          </p:cNvPr>
          <p:cNvSpPr/>
          <p:nvPr/>
        </p:nvSpPr>
        <p:spPr>
          <a:xfrm>
            <a:off x="277091" y="249383"/>
            <a:ext cx="11582399" cy="322223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8E9899D-A8D3-DEC9-F970-49E6FF5CE191}"/>
              </a:ext>
            </a:extLst>
          </p:cNvPr>
          <p:cNvSpPr/>
          <p:nvPr/>
        </p:nvSpPr>
        <p:spPr>
          <a:xfrm>
            <a:off x="2503813" y="3729916"/>
            <a:ext cx="7112049" cy="1258773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FED3BA2-E811-1D2C-6301-5387F804BD51}"/>
              </a:ext>
            </a:extLst>
          </p:cNvPr>
          <p:cNvSpPr/>
          <p:nvPr/>
        </p:nvSpPr>
        <p:spPr>
          <a:xfrm>
            <a:off x="277092" y="5149407"/>
            <a:ext cx="9151830" cy="1258773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790A95-D4DA-07F4-8C62-733FC3513683}"/>
              </a:ext>
            </a:extLst>
          </p:cNvPr>
          <p:cNvSpPr txBox="1"/>
          <p:nvPr/>
        </p:nvSpPr>
        <p:spPr>
          <a:xfrm>
            <a:off x="795941" y="377543"/>
            <a:ext cx="1003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{g</a:t>
            </a:r>
            <a:r>
              <a:rPr lang="ja-JP" altLang="ja-JP" dirty="0"/>
              <a:t>enre</a:t>
            </a:r>
            <a:r>
              <a:rPr lang="en-US" altLang="ja-JP" dirty="0"/>
              <a:t>_button}</a:t>
            </a:r>
            <a:r>
              <a:rPr lang="ja-JP" altLang="en-US" dirty="0">
                <a:solidFill>
                  <a:srgbClr val="FF0000"/>
                </a:solidFill>
              </a:rPr>
              <a:t>ラジオボタン</a:t>
            </a:r>
            <a:endParaRPr lang="ja-JP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74FEDA-BEB6-CB68-17BB-C2D2AE7BB6FA}"/>
              </a:ext>
            </a:extLst>
          </p:cNvPr>
          <p:cNvSpPr txBox="1"/>
          <p:nvPr/>
        </p:nvSpPr>
        <p:spPr>
          <a:xfrm>
            <a:off x="2576138" y="3828532"/>
            <a:ext cx="685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ja-JP" altLang="ja-JP" dirty="0"/>
              <a:t>question</a:t>
            </a:r>
            <a:r>
              <a:rPr lang="en-US" altLang="ja-JP" dirty="0"/>
              <a:t>_button}</a:t>
            </a:r>
            <a:r>
              <a:rPr lang="ja-JP" altLang="en-US" dirty="0">
                <a:solidFill>
                  <a:srgbClr val="FF0000"/>
                </a:solidFill>
              </a:rPr>
              <a:t>ラジオボタン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1BC2C8-BE2C-DD07-CF93-3943F436D377}"/>
              </a:ext>
            </a:extLst>
          </p:cNvPr>
          <p:cNvSpPr txBox="1"/>
          <p:nvPr/>
        </p:nvSpPr>
        <p:spPr>
          <a:xfrm>
            <a:off x="726576" y="5336635"/>
            <a:ext cx="280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{start_button}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12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B1D1-29C8-C30A-8344-188A5A37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E1F5CA-CB74-CB6B-A323-8C22BDECA271}"/>
              </a:ext>
            </a:extLst>
          </p:cNvPr>
          <p:cNvSpPr txBox="1"/>
          <p:nvPr/>
        </p:nvSpPr>
        <p:spPr>
          <a:xfrm>
            <a:off x="2974257" y="258872"/>
            <a:ext cx="127287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問〇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C58ACD-6A1F-0743-25AF-D0E3BF0A9D22}"/>
              </a:ext>
            </a:extLst>
          </p:cNvPr>
          <p:cNvSpPr txBox="1"/>
          <p:nvPr/>
        </p:nvSpPr>
        <p:spPr>
          <a:xfrm>
            <a:off x="1271090" y="658982"/>
            <a:ext cx="9649819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ja-JP" sz="4800" dirty="0"/>
          </a:p>
          <a:p>
            <a:pPr algn="ctr"/>
            <a:r>
              <a:rPr lang="ja-JP" altLang="en-US" sz="6000" dirty="0"/>
              <a:t>問題文</a:t>
            </a:r>
            <a:endParaRPr lang="en-US" altLang="ja-JP" sz="6000" dirty="0"/>
          </a:p>
          <a:p>
            <a:pPr algn="ctr"/>
            <a:endParaRPr kumimoji="1" lang="ja-JP" altLang="en-US" sz="60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A374028-D591-4243-F4BA-8F33DA8A876B}"/>
              </a:ext>
            </a:extLst>
          </p:cNvPr>
          <p:cNvSpPr/>
          <p:nvPr/>
        </p:nvSpPr>
        <p:spPr>
          <a:xfrm>
            <a:off x="2543969" y="5968181"/>
            <a:ext cx="2007943" cy="39901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◀　前の問題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F67B465-50F5-E9A5-F51A-2D671A2BDE6D}"/>
              </a:ext>
            </a:extLst>
          </p:cNvPr>
          <p:cNvSpPr/>
          <p:nvPr/>
        </p:nvSpPr>
        <p:spPr>
          <a:xfrm>
            <a:off x="7640090" y="5980874"/>
            <a:ext cx="2007943" cy="39901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次</a:t>
            </a:r>
            <a:r>
              <a:rPr kumimoji="1" lang="ja-JP" altLang="en-US" sz="2000" b="1" dirty="0">
                <a:solidFill>
                  <a:schemeClr val="bg1"/>
                </a:solidFill>
              </a:rPr>
              <a:t>の問題　▶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CBC40A6-21B3-1CF0-0009-37E84061F172}"/>
              </a:ext>
            </a:extLst>
          </p:cNvPr>
          <p:cNvSpPr/>
          <p:nvPr/>
        </p:nvSpPr>
        <p:spPr>
          <a:xfrm>
            <a:off x="633373" y="3808732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2001EAC-856D-E699-F37B-C40F9D5849EE}"/>
              </a:ext>
            </a:extLst>
          </p:cNvPr>
          <p:cNvSpPr/>
          <p:nvPr/>
        </p:nvSpPr>
        <p:spPr>
          <a:xfrm>
            <a:off x="6518790" y="3808732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BE05022-823C-1FF6-113F-020126A92A07}"/>
              </a:ext>
            </a:extLst>
          </p:cNvPr>
          <p:cNvSpPr/>
          <p:nvPr/>
        </p:nvSpPr>
        <p:spPr>
          <a:xfrm>
            <a:off x="633373" y="4906807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BAAA0A4-A28E-64AF-9A24-9DB92FA93760}"/>
              </a:ext>
            </a:extLst>
          </p:cNvPr>
          <p:cNvSpPr/>
          <p:nvPr/>
        </p:nvSpPr>
        <p:spPr>
          <a:xfrm>
            <a:off x="6518790" y="4906807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83DA4E6-FFA7-97D4-7814-5263D11AF5DA}"/>
              </a:ext>
            </a:extLst>
          </p:cNvPr>
          <p:cNvSpPr txBox="1"/>
          <p:nvPr/>
        </p:nvSpPr>
        <p:spPr>
          <a:xfrm>
            <a:off x="1271090" y="258872"/>
            <a:ext cx="170316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ジャンル名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465BA86-84AD-36C4-048F-6DA656BD0124}"/>
              </a:ext>
            </a:extLst>
          </p:cNvPr>
          <p:cNvSpPr/>
          <p:nvPr/>
        </p:nvSpPr>
        <p:spPr>
          <a:xfrm>
            <a:off x="11190346" y="212573"/>
            <a:ext cx="736566" cy="39901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終了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7A5AE6-8E6A-CCF9-541A-3D97E6DF0954}"/>
              </a:ext>
            </a:extLst>
          </p:cNvPr>
          <p:cNvSpPr/>
          <p:nvPr/>
        </p:nvSpPr>
        <p:spPr>
          <a:xfrm>
            <a:off x="8836183" y="51954"/>
            <a:ext cx="3233897" cy="60702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F5B325-7DF5-C6AC-106B-C2989EBABCA4}"/>
              </a:ext>
            </a:extLst>
          </p:cNvPr>
          <p:cNvSpPr txBox="1"/>
          <p:nvPr/>
        </p:nvSpPr>
        <p:spPr>
          <a:xfrm>
            <a:off x="8836183" y="227413"/>
            <a:ext cx="272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{end_button}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6A3F06-3C73-F2C5-4410-66BFFF3252C1}"/>
              </a:ext>
            </a:extLst>
          </p:cNvPr>
          <p:cNvSpPr/>
          <p:nvPr/>
        </p:nvSpPr>
        <p:spPr>
          <a:xfrm>
            <a:off x="355211" y="3429000"/>
            <a:ext cx="11481578" cy="208594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99AC21-48C6-7B9D-3CA7-05999F6FE1D7}"/>
              </a:ext>
            </a:extLst>
          </p:cNvPr>
          <p:cNvSpPr txBox="1"/>
          <p:nvPr/>
        </p:nvSpPr>
        <p:spPr>
          <a:xfrm>
            <a:off x="1418535" y="3456856"/>
            <a:ext cx="685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{choices_button}</a:t>
            </a:r>
            <a:r>
              <a:rPr lang="ja-JP" altLang="en-US" dirty="0">
                <a:solidFill>
                  <a:srgbClr val="FF0000"/>
                </a:solidFill>
              </a:rPr>
              <a:t>ラジオボタン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177321C-90C4-9CAB-497E-5F1706AC6D42}"/>
              </a:ext>
            </a:extLst>
          </p:cNvPr>
          <p:cNvSpPr/>
          <p:nvPr/>
        </p:nvSpPr>
        <p:spPr>
          <a:xfrm>
            <a:off x="802108" y="5603681"/>
            <a:ext cx="4416437" cy="995447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1B4EE0-D5A5-62A3-09F4-A186587314CB}"/>
              </a:ext>
            </a:extLst>
          </p:cNvPr>
          <p:cNvSpPr txBox="1"/>
          <p:nvPr/>
        </p:nvSpPr>
        <p:spPr>
          <a:xfrm>
            <a:off x="802106" y="5635801"/>
            <a:ext cx="315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{back_button}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A4892F5-D3B1-2583-7A9C-E4604312B33F}"/>
              </a:ext>
            </a:extLst>
          </p:cNvPr>
          <p:cNvSpPr/>
          <p:nvPr/>
        </p:nvSpPr>
        <p:spPr>
          <a:xfrm>
            <a:off x="6504472" y="5607305"/>
            <a:ext cx="4416437" cy="99544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037DE9-E9FC-B707-8EC4-C5B12361896E}"/>
              </a:ext>
            </a:extLst>
          </p:cNvPr>
          <p:cNvSpPr txBox="1"/>
          <p:nvPr/>
        </p:nvSpPr>
        <p:spPr>
          <a:xfrm>
            <a:off x="6491403" y="5676487"/>
            <a:ext cx="315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{next_button}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49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18E3EC-D497-28CF-101C-B743F217A2C9}"/>
              </a:ext>
            </a:extLst>
          </p:cNvPr>
          <p:cNvSpPr txBox="1"/>
          <p:nvPr/>
        </p:nvSpPr>
        <p:spPr>
          <a:xfrm>
            <a:off x="2418169" y="526132"/>
            <a:ext cx="73556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ジャンル名</a:t>
            </a:r>
            <a:endParaRPr lang="en-US" altLang="ja-JP" sz="36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8F8915-4F76-AE02-29F2-772CC0EAFAA6}"/>
              </a:ext>
            </a:extLst>
          </p:cNvPr>
          <p:cNvSpPr/>
          <p:nvPr/>
        </p:nvSpPr>
        <p:spPr>
          <a:xfrm>
            <a:off x="3122354" y="5422303"/>
            <a:ext cx="2007943" cy="62926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bg1"/>
                </a:solidFill>
              </a:rPr>
              <a:t>リトライ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5FE1B81-0E40-2C29-48C0-49FF0372E0A5}"/>
              </a:ext>
            </a:extLst>
          </p:cNvPr>
          <p:cNvSpPr/>
          <p:nvPr/>
        </p:nvSpPr>
        <p:spPr>
          <a:xfrm>
            <a:off x="7061705" y="5422303"/>
            <a:ext cx="2007943" cy="62926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トップへ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B5C493-CFAD-2866-6172-83BEC4E57D37}"/>
              </a:ext>
            </a:extLst>
          </p:cNvPr>
          <p:cNvSpPr txBox="1"/>
          <p:nvPr/>
        </p:nvSpPr>
        <p:spPr>
          <a:xfrm>
            <a:off x="3287262" y="1671818"/>
            <a:ext cx="561747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/>
              <a:t>正解数　〇</a:t>
            </a:r>
            <a:r>
              <a:rPr lang="en-US" altLang="ja-JP" sz="5400" dirty="0"/>
              <a:t>/</a:t>
            </a:r>
            <a:r>
              <a:rPr lang="ja-JP" altLang="en-US" sz="5400" dirty="0"/>
              <a:t>〇</a:t>
            </a:r>
            <a:endParaRPr lang="en-US" altLang="ja-JP" sz="5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D09F5AE-BF73-74BD-1AC0-1F1BFF5BABE4}"/>
              </a:ext>
            </a:extLst>
          </p:cNvPr>
          <p:cNvSpPr txBox="1"/>
          <p:nvPr/>
        </p:nvSpPr>
        <p:spPr>
          <a:xfrm>
            <a:off x="1755600" y="3094503"/>
            <a:ext cx="86808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ja-JP" sz="3200" dirty="0"/>
          </a:p>
          <a:p>
            <a:pPr algn="ctr"/>
            <a:r>
              <a:rPr lang="ja-JP" altLang="en-US" sz="3200" dirty="0"/>
              <a:t>一言コメント</a:t>
            </a:r>
            <a:endParaRPr lang="en-US" altLang="ja-JP" sz="3200" dirty="0"/>
          </a:p>
          <a:p>
            <a:pPr algn="ctr"/>
            <a:endParaRPr lang="en-US" altLang="ja-JP" sz="32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A1FC18-8D5C-5911-BFD8-F43D9E652AA7}"/>
              </a:ext>
            </a:extLst>
          </p:cNvPr>
          <p:cNvSpPr/>
          <p:nvPr/>
        </p:nvSpPr>
        <p:spPr>
          <a:xfrm>
            <a:off x="1910473" y="5073095"/>
            <a:ext cx="3871492" cy="1258773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133D4E-FD14-1026-A4BC-5151111B7CE1}"/>
              </a:ext>
            </a:extLst>
          </p:cNvPr>
          <p:cNvSpPr txBox="1"/>
          <p:nvPr/>
        </p:nvSpPr>
        <p:spPr>
          <a:xfrm>
            <a:off x="2097413" y="5052971"/>
            <a:ext cx="279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en-US" altLang="ja-JP" dirty="0" err="1"/>
              <a:t>retry_button</a:t>
            </a:r>
            <a:r>
              <a:rPr lang="en-US" altLang="ja-JP" dirty="0"/>
              <a:t>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9E389C9-DC43-AD9C-387E-3B35D1B94ADE}"/>
              </a:ext>
            </a:extLst>
          </p:cNvPr>
          <p:cNvSpPr/>
          <p:nvPr/>
        </p:nvSpPr>
        <p:spPr>
          <a:xfrm>
            <a:off x="6096000" y="5073094"/>
            <a:ext cx="3871492" cy="1258773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C35CCD-A177-1D63-32B5-43970C9203B8}"/>
              </a:ext>
            </a:extLst>
          </p:cNvPr>
          <p:cNvSpPr txBox="1"/>
          <p:nvPr/>
        </p:nvSpPr>
        <p:spPr>
          <a:xfrm>
            <a:off x="6095998" y="5073094"/>
            <a:ext cx="361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en-US" altLang="ja-JP" dirty="0" err="1"/>
              <a:t>top_button</a:t>
            </a:r>
            <a:r>
              <a:rPr lang="en-US" altLang="ja-JP" dirty="0"/>
              <a:t>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81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41DF-D1E2-58C5-78D9-B1DB95FE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F3B9F48-98CF-3B81-8A65-92C00BCC6B95}"/>
              </a:ext>
            </a:extLst>
          </p:cNvPr>
          <p:cNvGrpSpPr/>
          <p:nvPr/>
        </p:nvGrpSpPr>
        <p:grpSpPr>
          <a:xfrm>
            <a:off x="1085125" y="639871"/>
            <a:ext cx="10021750" cy="584776"/>
            <a:chOff x="1012010" y="716071"/>
            <a:chExt cx="8360590" cy="584776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BDF682A-974C-36F9-909E-69C1DB466C0D}"/>
                </a:ext>
              </a:extLst>
            </p:cNvPr>
            <p:cNvSpPr txBox="1"/>
            <p:nvPr/>
          </p:nvSpPr>
          <p:spPr>
            <a:xfrm>
              <a:off x="1012010" y="716072"/>
              <a:ext cx="288943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ジャンル１</a:t>
              </a:r>
              <a:endParaRPr kumimoji="1" lang="en-US" altLang="ja-JP" sz="32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AE4F9B0E-BC85-76B8-17A4-8ACFD3BF433D}"/>
                </a:ext>
              </a:extLst>
            </p:cNvPr>
            <p:cNvSpPr txBox="1"/>
            <p:nvPr/>
          </p:nvSpPr>
          <p:spPr>
            <a:xfrm>
              <a:off x="3901440" y="716071"/>
              <a:ext cx="547116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ジャンル名</a:t>
              </a:r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E0E3EF6-68FA-491F-DC2E-41972B5B40DF}"/>
              </a:ext>
            </a:extLst>
          </p:cNvPr>
          <p:cNvGrpSpPr/>
          <p:nvPr/>
        </p:nvGrpSpPr>
        <p:grpSpPr>
          <a:xfrm>
            <a:off x="1085125" y="1599991"/>
            <a:ext cx="10021750" cy="584776"/>
            <a:chOff x="1012010" y="716071"/>
            <a:chExt cx="8360590" cy="58477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37C86A6-50DC-1739-C29F-708C3A8F07D8}"/>
                </a:ext>
              </a:extLst>
            </p:cNvPr>
            <p:cNvSpPr txBox="1"/>
            <p:nvPr/>
          </p:nvSpPr>
          <p:spPr>
            <a:xfrm>
              <a:off x="1012010" y="716072"/>
              <a:ext cx="288943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ジャンル２</a:t>
              </a:r>
              <a:endParaRPr kumimoji="1" lang="en-US" altLang="ja-JP" sz="3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88CC958-5360-0B3D-D9AF-11474CD78CE3}"/>
                </a:ext>
              </a:extLst>
            </p:cNvPr>
            <p:cNvSpPr txBox="1"/>
            <p:nvPr/>
          </p:nvSpPr>
          <p:spPr>
            <a:xfrm>
              <a:off x="3901440" y="716071"/>
              <a:ext cx="547116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ジャンル名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6C99BBC-DF48-C3E8-5EBD-6231090595B4}"/>
              </a:ext>
            </a:extLst>
          </p:cNvPr>
          <p:cNvGrpSpPr/>
          <p:nvPr/>
        </p:nvGrpSpPr>
        <p:grpSpPr>
          <a:xfrm>
            <a:off x="1085125" y="2656996"/>
            <a:ext cx="10021750" cy="584776"/>
            <a:chOff x="1012010" y="716071"/>
            <a:chExt cx="8360590" cy="584776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B4C1D5D-668D-DA10-8093-D598CDB9DDB9}"/>
                </a:ext>
              </a:extLst>
            </p:cNvPr>
            <p:cNvSpPr txBox="1"/>
            <p:nvPr/>
          </p:nvSpPr>
          <p:spPr>
            <a:xfrm>
              <a:off x="1012010" y="716072"/>
              <a:ext cx="288943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ジャンル３</a:t>
              </a:r>
              <a:endParaRPr kumimoji="1" lang="en-US" altLang="ja-JP" sz="32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3C73F364-21D5-2D61-B3CC-23D714A97F80}"/>
                </a:ext>
              </a:extLst>
            </p:cNvPr>
            <p:cNvSpPr txBox="1"/>
            <p:nvPr/>
          </p:nvSpPr>
          <p:spPr>
            <a:xfrm>
              <a:off x="3901440" y="716071"/>
              <a:ext cx="547116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ジャンル名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AF5BF85F-5777-FAFF-E487-118EF86C915F}"/>
              </a:ext>
            </a:extLst>
          </p:cNvPr>
          <p:cNvGrpSpPr/>
          <p:nvPr/>
        </p:nvGrpSpPr>
        <p:grpSpPr>
          <a:xfrm>
            <a:off x="1085125" y="3810886"/>
            <a:ext cx="10021750" cy="584776"/>
            <a:chOff x="1012010" y="716071"/>
            <a:chExt cx="8360590" cy="584776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3D090E5-10C0-4340-8220-57CDE545520C}"/>
                </a:ext>
              </a:extLst>
            </p:cNvPr>
            <p:cNvSpPr txBox="1"/>
            <p:nvPr/>
          </p:nvSpPr>
          <p:spPr>
            <a:xfrm>
              <a:off x="1012010" y="716072"/>
              <a:ext cx="288943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ジャンル４</a:t>
              </a:r>
              <a:endParaRPr kumimoji="1" lang="en-US" altLang="ja-JP" sz="3200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41AFFE2-E897-48A5-1DCE-0E2C86B70F81}"/>
                </a:ext>
              </a:extLst>
            </p:cNvPr>
            <p:cNvSpPr txBox="1"/>
            <p:nvPr/>
          </p:nvSpPr>
          <p:spPr>
            <a:xfrm>
              <a:off x="3901440" y="716071"/>
              <a:ext cx="547116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ジャンル名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F60B6E1-F739-92BE-458D-A23AE25171E9}"/>
              </a:ext>
            </a:extLst>
          </p:cNvPr>
          <p:cNvGrpSpPr/>
          <p:nvPr/>
        </p:nvGrpSpPr>
        <p:grpSpPr>
          <a:xfrm>
            <a:off x="1085125" y="4965620"/>
            <a:ext cx="10021750" cy="584776"/>
            <a:chOff x="1012010" y="716071"/>
            <a:chExt cx="8360590" cy="584776"/>
          </a:xfrm>
        </p:grpSpPr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5BFDAE14-E53E-779E-10E1-4FD2435A5B3A}"/>
                </a:ext>
              </a:extLst>
            </p:cNvPr>
            <p:cNvSpPr txBox="1"/>
            <p:nvPr/>
          </p:nvSpPr>
          <p:spPr>
            <a:xfrm>
              <a:off x="1012010" y="716072"/>
              <a:ext cx="288943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ジャンル５</a:t>
              </a:r>
              <a:endParaRPr kumimoji="1" lang="en-US" altLang="ja-JP" sz="3200" dirty="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64A1C973-E0C1-5AB0-26B4-29FE84E938B8}"/>
                </a:ext>
              </a:extLst>
            </p:cNvPr>
            <p:cNvSpPr txBox="1"/>
            <p:nvPr/>
          </p:nvSpPr>
          <p:spPr>
            <a:xfrm>
              <a:off x="3901440" y="716071"/>
              <a:ext cx="547116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/>
                <a:t>ジャンル名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3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80A9-A01A-4D38-09F0-058F5A28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BC02BB-6E7B-2D93-C86D-553661A33986}"/>
              </a:ext>
            </a:extLst>
          </p:cNvPr>
          <p:cNvSpPr txBox="1"/>
          <p:nvPr/>
        </p:nvSpPr>
        <p:spPr>
          <a:xfrm>
            <a:off x="3194656" y="689983"/>
            <a:ext cx="63220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問題文検索</a:t>
            </a:r>
            <a:endParaRPr lang="en-US" altLang="ja-JP" sz="20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BE8DDF1-784C-3102-D7B6-4A88B58E1889}"/>
              </a:ext>
            </a:extLst>
          </p:cNvPr>
          <p:cNvSpPr/>
          <p:nvPr/>
        </p:nvSpPr>
        <p:spPr>
          <a:xfrm>
            <a:off x="857080" y="438398"/>
            <a:ext cx="2007943" cy="62926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問題追加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2F6E9A4-0DCB-017A-A10C-2ED57822FB45}"/>
              </a:ext>
            </a:extLst>
          </p:cNvPr>
          <p:cNvSpPr/>
          <p:nvPr/>
        </p:nvSpPr>
        <p:spPr>
          <a:xfrm>
            <a:off x="894161" y="1404499"/>
            <a:ext cx="1265862" cy="3693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</a:rPr>
              <a:t>国語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C4299F6-E211-85A8-B834-ED89A1C138A2}"/>
              </a:ext>
            </a:extLst>
          </p:cNvPr>
          <p:cNvSpPr/>
          <p:nvPr/>
        </p:nvSpPr>
        <p:spPr>
          <a:xfrm>
            <a:off x="2373916" y="1404499"/>
            <a:ext cx="1265862" cy="3693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tx1"/>
                </a:solidFill>
              </a:rPr>
              <a:t>数学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74ABE5B-DA69-E3BC-D272-E9DE823D763F}"/>
              </a:ext>
            </a:extLst>
          </p:cNvPr>
          <p:cNvSpPr/>
          <p:nvPr/>
        </p:nvSpPr>
        <p:spPr>
          <a:xfrm>
            <a:off x="3853671" y="1404499"/>
            <a:ext cx="1265862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tx1"/>
                </a:solidFill>
              </a:rPr>
              <a:t>英語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40F3802-525C-29F8-FA8C-4070516AE330}"/>
              </a:ext>
            </a:extLst>
          </p:cNvPr>
          <p:cNvSpPr/>
          <p:nvPr/>
        </p:nvSpPr>
        <p:spPr>
          <a:xfrm>
            <a:off x="5333426" y="1404499"/>
            <a:ext cx="1265862" cy="3693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tx1"/>
                </a:solidFill>
              </a:rPr>
              <a:t>理科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C36BEB0-2333-32A3-EF18-69BE6CA02B54}"/>
              </a:ext>
            </a:extLst>
          </p:cNvPr>
          <p:cNvSpPr/>
          <p:nvPr/>
        </p:nvSpPr>
        <p:spPr>
          <a:xfrm>
            <a:off x="6813181" y="1403836"/>
            <a:ext cx="1265862" cy="369332"/>
          </a:xfrm>
          <a:prstGeom prst="roundRect">
            <a:avLst/>
          </a:prstGeom>
          <a:solidFill>
            <a:srgbClr val="FCFF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tx1"/>
                </a:solidFill>
              </a:rPr>
              <a:t>社会</a:t>
            </a: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379C02C-CB65-0598-B0B3-C121B6C91526}"/>
              </a:ext>
            </a:extLst>
          </p:cNvPr>
          <p:cNvGrpSpPr/>
          <p:nvPr/>
        </p:nvGrpSpPr>
        <p:grpSpPr>
          <a:xfrm>
            <a:off x="733140" y="2110005"/>
            <a:ext cx="10466434" cy="369332"/>
            <a:chOff x="1155296" y="2479338"/>
            <a:chExt cx="8816360" cy="369332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94FD409-454B-902A-439B-24C940D8E3ED}"/>
                </a:ext>
              </a:extLst>
            </p:cNvPr>
            <p:cNvSpPr txBox="1"/>
            <p:nvPr/>
          </p:nvSpPr>
          <p:spPr>
            <a:xfrm>
              <a:off x="1155296" y="2479338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bg1"/>
                  </a:solidFill>
                </a:rPr>
                <a:t>ID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DFECF98-616C-3476-7203-9021831B97D4}"/>
                </a:ext>
              </a:extLst>
            </p:cNvPr>
            <p:cNvSpPr txBox="1"/>
            <p:nvPr/>
          </p:nvSpPr>
          <p:spPr>
            <a:xfrm>
              <a:off x="2295114" y="2479338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>
                  <a:solidFill>
                    <a:schemeClr val="bg1"/>
                  </a:solidFill>
                </a:rPr>
                <a:t>ジャンル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B8BEB09-6E51-F8D1-A6CD-DC750E8287E1}"/>
                </a:ext>
              </a:extLst>
            </p:cNvPr>
            <p:cNvSpPr txBox="1"/>
            <p:nvPr/>
          </p:nvSpPr>
          <p:spPr>
            <a:xfrm>
              <a:off x="3434932" y="2479338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>
                  <a:solidFill>
                    <a:schemeClr val="bg1"/>
                  </a:solidFill>
                </a:rPr>
                <a:t>問題文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078C293-DCF0-7DE2-88AD-E417F19BDC7E}"/>
              </a:ext>
            </a:extLst>
          </p:cNvPr>
          <p:cNvGrpSpPr/>
          <p:nvPr/>
        </p:nvGrpSpPr>
        <p:grpSpPr>
          <a:xfrm>
            <a:off x="733140" y="2479337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6A6B34A1-85EC-6442-BE85-1DDB60228E61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E96FE4AC-D32C-1CD1-5ED1-25770A93B8E1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6FBB95BF-68CD-0F97-5997-30F9988F952D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7C93CE9-C698-AE41-8566-FB4BB54968C5}"/>
              </a:ext>
            </a:extLst>
          </p:cNvPr>
          <p:cNvGrpSpPr/>
          <p:nvPr/>
        </p:nvGrpSpPr>
        <p:grpSpPr>
          <a:xfrm>
            <a:off x="733140" y="2848669"/>
            <a:ext cx="10466434" cy="369332"/>
            <a:chOff x="1155296" y="3244334"/>
            <a:chExt cx="8816360" cy="369332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1EE6D382-984C-7990-78CD-952376FF9B95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CAF8135-0373-C52C-892C-19A46793D8B0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EF5B9F95-E647-EC06-47E1-3C3D9E6919D3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318EE94-3850-96D9-C927-24E894D2C920}"/>
              </a:ext>
            </a:extLst>
          </p:cNvPr>
          <p:cNvGrpSpPr/>
          <p:nvPr/>
        </p:nvGrpSpPr>
        <p:grpSpPr>
          <a:xfrm>
            <a:off x="733140" y="3218001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0FE73222-C690-149E-A4BF-63F335910FED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B116A6E5-8A79-9015-E9B1-F60154D21B78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742090EF-B5B6-44F9-4298-B88E5F1F820C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D5CEE691-426C-5B47-0FEC-2DCA72FC2894}"/>
              </a:ext>
            </a:extLst>
          </p:cNvPr>
          <p:cNvGrpSpPr/>
          <p:nvPr/>
        </p:nvGrpSpPr>
        <p:grpSpPr>
          <a:xfrm>
            <a:off x="733140" y="3587333"/>
            <a:ext cx="10466434" cy="369332"/>
            <a:chOff x="1155296" y="3244334"/>
            <a:chExt cx="8816360" cy="369332"/>
          </a:xfrm>
        </p:grpSpPr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915E2AE4-5B89-9E1D-C1C9-F891418A00C6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0AD4D885-48DE-9859-11E8-9A7A81732899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7C84D77A-C5CA-461A-01C5-2A45741D036D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F1599F9F-B7B3-B963-4FBD-B2A3DA404586}"/>
              </a:ext>
            </a:extLst>
          </p:cNvPr>
          <p:cNvGrpSpPr/>
          <p:nvPr/>
        </p:nvGrpSpPr>
        <p:grpSpPr>
          <a:xfrm>
            <a:off x="733140" y="3956665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A0674E7D-FCFF-339C-3054-1936786C5622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F9A4AF43-D5D7-D3A6-F8DE-F9F52D291727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D7D4BDFD-59AD-807C-A6E9-17F94C7E4682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30317A4D-A62D-BC4D-4CA5-024D2A0F0ED3}"/>
              </a:ext>
            </a:extLst>
          </p:cNvPr>
          <p:cNvGrpSpPr/>
          <p:nvPr/>
        </p:nvGrpSpPr>
        <p:grpSpPr>
          <a:xfrm>
            <a:off x="733140" y="4325997"/>
            <a:ext cx="10466434" cy="369332"/>
            <a:chOff x="1155296" y="3244334"/>
            <a:chExt cx="8816360" cy="369332"/>
          </a:xfrm>
        </p:grpSpPr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A461E564-0658-AB76-C196-F5521F72C566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D3788F7E-2D23-5BC3-04F1-CCAF78813D1D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54C00A13-FD09-392A-2DE2-898B9B9AA269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A48F7DCA-517D-E555-A517-60950B12D73B}"/>
              </a:ext>
            </a:extLst>
          </p:cNvPr>
          <p:cNvGrpSpPr/>
          <p:nvPr/>
        </p:nvGrpSpPr>
        <p:grpSpPr>
          <a:xfrm>
            <a:off x="733140" y="4695329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E24A64EB-9347-8C28-6F16-A03B15BA8F1B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DFD6A2C1-7F60-B20A-B676-D8005772AD00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6AFBD5EC-81EA-2718-F111-548823A640E2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FB4D45BF-5409-F725-DF7C-7A67AAA09DC3}"/>
              </a:ext>
            </a:extLst>
          </p:cNvPr>
          <p:cNvGrpSpPr/>
          <p:nvPr/>
        </p:nvGrpSpPr>
        <p:grpSpPr>
          <a:xfrm>
            <a:off x="733140" y="5064661"/>
            <a:ext cx="10466434" cy="369332"/>
            <a:chOff x="1155296" y="3244334"/>
            <a:chExt cx="8816360" cy="369332"/>
          </a:xfrm>
        </p:grpSpPr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EEB491E4-8983-E8D0-F42F-4D4B88E8B506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59F6DC6B-FA06-5629-7F45-DB1EBC61C98A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2B9C28B6-AFDA-8ADD-C4C6-EC4616DE4568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CB89E246-04F9-EAAF-3BA0-A830FD829C37}"/>
              </a:ext>
            </a:extLst>
          </p:cNvPr>
          <p:cNvGrpSpPr/>
          <p:nvPr/>
        </p:nvGrpSpPr>
        <p:grpSpPr>
          <a:xfrm>
            <a:off x="733140" y="5433993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5A0C0C59-6E64-1E2A-E112-6F40AE741FB6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F6BE1BD5-74CC-74BD-72BC-B6E33536087D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508ECFCF-2511-C24F-5D3F-5C39BAE80056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BA3539E8-36E2-2EF2-3387-4785D14BCCBB}"/>
              </a:ext>
            </a:extLst>
          </p:cNvPr>
          <p:cNvGrpSpPr/>
          <p:nvPr/>
        </p:nvGrpSpPr>
        <p:grpSpPr>
          <a:xfrm>
            <a:off x="733140" y="5803325"/>
            <a:ext cx="10466434" cy="369332"/>
            <a:chOff x="1155296" y="3244334"/>
            <a:chExt cx="8816360" cy="369332"/>
          </a:xfrm>
        </p:grpSpPr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17709C51-ABC6-6F99-0E55-F21D36AB342F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6CEB35D4-4D88-CFF4-3AC4-9CDFD4999D37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1EBF0028-9076-D379-2229-2B30F4093342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27962D98-D4DC-5B8D-89E3-B2524B996E52}"/>
              </a:ext>
            </a:extLst>
          </p:cNvPr>
          <p:cNvGrpSpPr/>
          <p:nvPr/>
        </p:nvGrpSpPr>
        <p:grpSpPr>
          <a:xfrm>
            <a:off x="733140" y="6172657"/>
            <a:ext cx="10466434" cy="369332"/>
            <a:chOff x="1155296" y="3244334"/>
            <a:chExt cx="8816360" cy="369332"/>
          </a:xfrm>
          <a:solidFill>
            <a:schemeClr val="bg1">
              <a:lumMod val="95000"/>
            </a:schemeClr>
          </a:solidFill>
        </p:grpSpPr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396369C8-6ED1-1CED-96C7-80766A3A9370}"/>
                </a:ext>
              </a:extLst>
            </p:cNvPr>
            <p:cNvSpPr txBox="1"/>
            <p:nvPr/>
          </p:nvSpPr>
          <p:spPr>
            <a:xfrm>
              <a:off x="1155296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BC0A0F65-3D81-D5B0-CFDE-97E1409BBBE0}"/>
                </a:ext>
              </a:extLst>
            </p:cNvPr>
            <p:cNvSpPr txBox="1"/>
            <p:nvPr/>
          </p:nvSpPr>
          <p:spPr>
            <a:xfrm>
              <a:off x="2295114" y="3244334"/>
              <a:ext cx="1139818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52D4EEDF-2F48-6360-071C-C646B96BA6C2}"/>
                </a:ext>
              </a:extLst>
            </p:cNvPr>
            <p:cNvSpPr txBox="1"/>
            <p:nvPr/>
          </p:nvSpPr>
          <p:spPr>
            <a:xfrm>
              <a:off x="3434932" y="3244334"/>
              <a:ext cx="65367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7073E8C1-F28F-A1ED-AA91-407F3F0AA46D}"/>
              </a:ext>
            </a:extLst>
          </p:cNvPr>
          <p:cNvGrpSpPr/>
          <p:nvPr/>
        </p:nvGrpSpPr>
        <p:grpSpPr>
          <a:xfrm>
            <a:off x="11771194" y="207750"/>
            <a:ext cx="169622" cy="6389834"/>
            <a:chOff x="11771194" y="207750"/>
            <a:chExt cx="169622" cy="6389834"/>
          </a:xfrm>
        </p:grpSpPr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2AF8176D-0B15-6881-67FA-7A6A8659A754}"/>
                </a:ext>
              </a:extLst>
            </p:cNvPr>
            <p:cNvGrpSpPr/>
            <p:nvPr/>
          </p:nvGrpSpPr>
          <p:grpSpPr>
            <a:xfrm>
              <a:off x="11771195" y="478720"/>
              <a:ext cx="169621" cy="5838458"/>
              <a:chOff x="11744959" y="206445"/>
              <a:chExt cx="169621" cy="5838458"/>
            </a:xfrm>
          </p:grpSpPr>
          <p:sp>
            <p:nvSpPr>
              <p:cNvPr id="82" name="四角形: 角を丸くする 81">
                <a:extLst>
                  <a:ext uri="{FF2B5EF4-FFF2-40B4-BE49-F238E27FC236}">
                    <a16:creationId xmlns:a16="http://schemas.microsoft.com/office/drawing/2014/main" id="{C25185AD-6FDE-B4A7-44EF-31C978D23C79}"/>
                  </a:ext>
                </a:extLst>
              </p:cNvPr>
              <p:cNvSpPr/>
              <p:nvPr/>
            </p:nvSpPr>
            <p:spPr>
              <a:xfrm>
                <a:off x="11744959" y="206445"/>
                <a:ext cx="169621" cy="5838458"/>
              </a:xfrm>
              <a:prstGeom prst="roundRect">
                <a:avLst/>
              </a:prstGeom>
              <a:solidFill>
                <a:schemeClr val="bg2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四角形: 角を丸くする 82">
                <a:extLst>
                  <a:ext uri="{FF2B5EF4-FFF2-40B4-BE49-F238E27FC236}">
                    <a16:creationId xmlns:a16="http://schemas.microsoft.com/office/drawing/2014/main" id="{8C3BE587-902A-C460-EBC0-8E999642E4EF}"/>
                  </a:ext>
                </a:extLst>
              </p:cNvPr>
              <p:cNvSpPr/>
              <p:nvPr/>
            </p:nvSpPr>
            <p:spPr>
              <a:xfrm>
                <a:off x="11744959" y="434163"/>
                <a:ext cx="169621" cy="774877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20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6" name="二等辺三角形 85">
              <a:extLst>
                <a:ext uri="{FF2B5EF4-FFF2-40B4-BE49-F238E27FC236}">
                  <a16:creationId xmlns:a16="http://schemas.microsoft.com/office/drawing/2014/main" id="{AA6EC99B-D9B0-F8E5-FE22-8800BBAACF23}"/>
                </a:ext>
              </a:extLst>
            </p:cNvPr>
            <p:cNvSpPr/>
            <p:nvPr/>
          </p:nvSpPr>
          <p:spPr>
            <a:xfrm>
              <a:off x="11771194" y="207750"/>
              <a:ext cx="169621" cy="152379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87" name="二等辺三角形 86">
              <a:extLst>
                <a:ext uri="{FF2B5EF4-FFF2-40B4-BE49-F238E27FC236}">
                  <a16:creationId xmlns:a16="http://schemas.microsoft.com/office/drawing/2014/main" id="{4A4047D1-30A1-6F7D-0BC0-3E02E3478303}"/>
                </a:ext>
              </a:extLst>
            </p:cNvPr>
            <p:cNvSpPr/>
            <p:nvPr/>
          </p:nvSpPr>
          <p:spPr>
            <a:xfrm rot="10800000">
              <a:off x="11771194" y="6445205"/>
              <a:ext cx="169621" cy="152379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95C63D-9B7B-1DD1-4300-3D3CEDA94AD1}"/>
              </a:ext>
            </a:extLst>
          </p:cNvPr>
          <p:cNvSpPr/>
          <p:nvPr/>
        </p:nvSpPr>
        <p:spPr>
          <a:xfrm>
            <a:off x="733140" y="316011"/>
            <a:ext cx="2273707" cy="90318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FE0E08-3FB8-B597-FCBB-F6D52E3865F1}"/>
              </a:ext>
            </a:extLst>
          </p:cNvPr>
          <p:cNvSpPr txBox="1"/>
          <p:nvPr/>
        </p:nvSpPr>
        <p:spPr>
          <a:xfrm>
            <a:off x="733140" y="23084"/>
            <a:ext cx="284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en-US" altLang="ja-JP" dirty="0" err="1"/>
              <a:t>create_button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ED3525-83F1-CEDB-BA61-234412E53BE0}"/>
              </a:ext>
            </a:extLst>
          </p:cNvPr>
          <p:cNvSpPr/>
          <p:nvPr/>
        </p:nvSpPr>
        <p:spPr>
          <a:xfrm>
            <a:off x="3070339" y="316011"/>
            <a:ext cx="6588170" cy="90318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E255CEC-A526-E007-DDDF-C10AAC6FDF1C}"/>
              </a:ext>
            </a:extLst>
          </p:cNvPr>
          <p:cNvSpPr/>
          <p:nvPr/>
        </p:nvSpPr>
        <p:spPr>
          <a:xfrm>
            <a:off x="9772909" y="758909"/>
            <a:ext cx="1064909" cy="29576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検索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0C650D9-33CD-814D-6590-9055EAC16AB5}"/>
              </a:ext>
            </a:extLst>
          </p:cNvPr>
          <p:cNvSpPr/>
          <p:nvPr/>
        </p:nvSpPr>
        <p:spPr>
          <a:xfrm>
            <a:off x="9772909" y="316011"/>
            <a:ext cx="1541065" cy="90318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A64E59-DFBD-3F49-5E1C-216888087E12}"/>
              </a:ext>
            </a:extLst>
          </p:cNvPr>
          <p:cNvSpPr txBox="1"/>
          <p:nvPr/>
        </p:nvSpPr>
        <p:spPr>
          <a:xfrm>
            <a:off x="9966432" y="283939"/>
            <a:ext cx="2845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(</a:t>
            </a:r>
            <a:r>
              <a:rPr lang="en-US" altLang="ja-JP" dirty="0" err="1"/>
              <a:t>search_button</a:t>
            </a:r>
            <a:r>
              <a:rPr lang="en-US" altLang="ja-JP" b="1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ACC425-2391-8694-EA8C-4FB1C7A4D75E}"/>
              </a:ext>
            </a:extLst>
          </p:cNvPr>
          <p:cNvSpPr txBox="1"/>
          <p:nvPr/>
        </p:nvSpPr>
        <p:spPr>
          <a:xfrm>
            <a:off x="3052833" y="317062"/>
            <a:ext cx="4903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en-US" altLang="ja-JP" dirty="0" err="1"/>
              <a:t>search_area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kumimoji="1" lang="ja-JP" altLang="en-US" dirty="0">
                <a:solidFill>
                  <a:srgbClr val="FF0000"/>
                </a:solidFill>
              </a:rPr>
              <a:t>テキストエリア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B94A0B2-54E4-534E-4FE0-BCA41A9060B1}"/>
              </a:ext>
            </a:extLst>
          </p:cNvPr>
          <p:cNvSpPr/>
          <p:nvPr/>
        </p:nvSpPr>
        <p:spPr>
          <a:xfrm>
            <a:off x="636556" y="1324837"/>
            <a:ext cx="10918888" cy="707163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21E768B-7BDE-8900-9E5E-ECFCFB93D2AC}"/>
              </a:ext>
            </a:extLst>
          </p:cNvPr>
          <p:cNvSpPr txBox="1"/>
          <p:nvPr/>
        </p:nvSpPr>
        <p:spPr>
          <a:xfrm>
            <a:off x="8244263" y="1371341"/>
            <a:ext cx="3311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(g</a:t>
            </a:r>
            <a:r>
              <a:rPr lang="ja-JP" altLang="ja-JP" dirty="0"/>
              <a:t>enre</a:t>
            </a:r>
            <a:r>
              <a:rPr lang="en-US" altLang="ja-JP" dirty="0"/>
              <a:t>_search)</a:t>
            </a:r>
            <a:r>
              <a:rPr lang="ja-JP" altLang="en-US" dirty="0">
                <a:solidFill>
                  <a:srgbClr val="FF0000"/>
                </a:solidFill>
              </a:rPr>
              <a:t>プルダウン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個々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09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2515-2C3B-F564-6B8A-DA74F6B2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14A8CA-1C6C-4B41-BBE9-798309F55E40}"/>
              </a:ext>
            </a:extLst>
          </p:cNvPr>
          <p:cNvSpPr txBox="1"/>
          <p:nvPr/>
        </p:nvSpPr>
        <p:spPr>
          <a:xfrm>
            <a:off x="1271090" y="658982"/>
            <a:ext cx="9649819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ja-JP" sz="4800" dirty="0"/>
          </a:p>
          <a:p>
            <a:pPr algn="ctr"/>
            <a:r>
              <a:rPr lang="ja-JP" altLang="en-US" sz="6000" dirty="0"/>
              <a:t>問題文</a:t>
            </a:r>
            <a:endParaRPr lang="en-US" altLang="ja-JP" sz="6000" dirty="0"/>
          </a:p>
          <a:p>
            <a:pPr algn="ctr"/>
            <a:endParaRPr kumimoji="1" lang="ja-JP" altLang="en-US" sz="60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B4D94E5-64A1-2254-5831-833321CEEAE0}"/>
              </a:ext>
            </a:extLst>
          </p:cNvPr>
          <p:cNvSpPr/>
          <p:nvPr/>
        </p:nvSpPr>
        <p:spPr>
          <a:xfrm>
            <a:off x="2543969" y="5968181"/>
            <a:ext cx="2007943" cy="39901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保存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D07A6EE-91D6-FED9-8677-CB13923166D2}"/>
              </a:ext>
            </a:extLst>
          </p:cNvPr>
          <p:cNvSpPr/>
          <p:nvPr/>
        </p:nvSpPr>
        <p:spPr>
          <a:xfrm>
            <a:off x="7640090" y="5980874"/>
            <a:ext cx="2007943" cy="39901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削除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A4A71D9-5AC7-AE9F-7A64-D6D0E9481F22}"/>
              </a:ext>
            </a:extLst>
          </p:cNvPr>
          <p:cNvSpPr/>
          <p:nvPr/>
        </p:nvSpPr>
        <p:spPr>
          <a:xfrm>
            <a:off x="633373" y="3808732"/>
            <a:ext cx="5039839" cy="523219"/>
          </a:xfrm>
          <a:prstGeom prst="roundRect">
            <a:avLst/>
          </a:prstGeom>
          <a:solidFill>
            <a:schemeClr val="bg2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選択肢（正解）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533323A-59B4-D97C-2FF9-8420215AB16D}"/>
              </a:ext>
            </a:extLst>
          </p:cNvPr>
          <p:cNvSpPr/>
          <p:nvPr/>
        </p:nvSpPr>
        <p:spPr>
          <a:xfrm>
            <a:off x="6518790" y="3808732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 </a:t>
            </a:r>
            <a:r>
              <a:rPr lang="en-US" altLang="ja-JP" sz="2800" dirty="0">
                <a:solidFill>
                  <a:schemeClr val="tx1"/>
                </a:solidFill>
              </a:rPr>
              <a:t>{</a:t>
            </a:r>
            <a:r>
              <a:rPr lang="en-US" altLang="ja-JP" sz="2800" dirty="0" err="1">
                <a:solidFill>
                  <a:schemeClr val="tx1"/>
                </a:solidFill>
              </a:rPr>
              <a:t>a_area</a:t>
            </a:r>
            <a:r>
              <a:rPr lang="en-US" altLang="ja-JP" sz="2800" dirty="0">
                <a:solidFill>
                  <a:schemeClr val="tx1"/>
                </a:solidFill>
              </a:rPr>
              <a:t>}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8D8B044-CD44-85F5-151B-E6D215491A22}"/>
              </a:ext>
            </a:extLst>
          </p:cNvPr>
          <p:cNvSpPr/>
          <p:nvPr/>
        </p:nvSpPr>
        <p:spPr>
          <a:xfrm>
            <a:off x="633373" y="4906807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 </a:t>
            </a:r>
            <a:r>
              <a:rPr lang="en-US" altLang="ja-JP" sz="2800" dirty="0">
                <a:solidFill>
                  <a:schemeClr val="tx1"/>
                </a:solidFill>
              </a:rPr>
              <a:t>{</a:t>
            </a:r>
            <a:r>
              <a:rPr lang="en-US" altLang="ja-JP" sz="2800" dirty="0" err="1">
                <a:solidFill>
                  <a:schemeClr val="tx1"/>
                </a:solidFill>
              </a:rPr>
              <a:t>b_area</a:t>
            </a:r>
            <a:r>
              <a:rPr lang="en-US" altLang="ja-JP" sz="2800" dirty="0">
                <a:solidFill>
                  <a:schemeClr val="tx1"/>
                </a:solidFill>
              </a:rPr>
              <a:t>}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0AA626A-0FCC-FC78-F830-48FD51B91B29}"/>
              </a:ext>
            </a:extLst>
          </p:cNvPr>
          <p:cNvSpPr/>
          <p:nvPr/>
        </p:nvSpPr>
        <p:spPr>
          <a:xfrm>
            <a:off x="6518790" y="4906807"/>
            <a:ext cx="5039839" cy="52321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選択肢 </a:t>
            </a:r>
            <a:r>
              <a:rPr lang="en-US" altLang="ja-JP" sz="2800" dirty="0">
                <a:solidFill>
                  <a:schemeClr val="tx1"/>
                </a:solidFill>
              </a:rPr>
              <a:t>{</a:t>
            </a:r>
            <a:r>
              <a:rPr lang="en-US" altLang="ja-JP" sz="2800" dirty="0" err="1">
                <a:solidFill>
                  <a:schemeClr val="tx1"/>
                </a:solidFill>
              </a:rPr>
              <a:t>c_area</a:t>
            </a:r>
            <a:r>
              <a:rPr lang="en-US" altLang="ja-JP" sz="2800" dirty="0">
                <a:solidFill>
                  <a:schemeClr val="tx1"/>
                </a:solidFill>
              </a:rPr>
              <a:t>}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023AB40-6D30-7DCD-15FC-A9FCF5EC4D6E}"/>
              </a:ext>
            </a:extLst>
          </p:cNvPr>
          <p:cNvSpPr txBox="1"/>
          <p:nvPr/>
        </p:nvSpPr>
        <p:spPr>
          <a:xfrm>
            <a:off x="1271090" y="258872"/>
            <a:ext cx="170316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ジャンル名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08E8D6-62A0-2E22-4530-2E7387FEA875}"/>
              </a:ext>
            </a:extLst>
          </p:cNvPr>
          <p:cNvSpPr txBox="1"/>
          <p:nvPr/>
        </p:nvSpPr>
        <p:spPr>
          <a:xfrm>
            <a:off x="3123373" y="230130"/>
            <a:ext cx="287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{g</a:t>
            </a:r>
            <a:r>
              <a:rPr lang="ja-JP" altLang="ja-JP" dirty="0"/>
              <a:t>enre</a:t>
            </a:r>
            <a:r>
              <a:rPr lang="en-US" altLang="ja-JP" dirty="0"/>
              <a:t>_select}</a:t>
            </a:r>
            <a:r>
              <a:rPr kumimoji="1" lang="ja-JP" altLang="en-US" dirty="0">
                <a:solidFill>
                  <a:srgbClr val="FF0000"/>
                </a:solidFill>
              </a:rPr>
              <a:t>プルダウン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5FFE3B-EC25-3BBF-9095-E3D2E6C54F65}"/>
              </a:ext>
            </a:extLst>
          </p:cNvPr>
          <p:cNvSpPr txBox="1"/>
          <p:nvPr/>
        </p:nvSpPr>
        <p:spPr>
          <a:xfrm>
            <a:off x="1451842" y="946410"/>
            <a:ext cx="454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ja-JP" altLang="ja-JP" dirty="0"/>
              <a:t>question</a:t>
            </a:r>
            <a:r>
              <a:rPr lang="en-US" altLang="ja-JP" dirty="0"/>
              <a:t>_area}</a:t>
            </a:r>
            <a:r>
              <a:rPr lang="ja-JP" altLang="en-US" dirty="0">
                <a:solidFill>
                  <a:srgbClr val="FF0000"/>
                </a:solidFill>
              </a:rPr>
              <a:t>テキストエリア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8CB979-3BE9-B7BD-0DD0-047EDA89AE84}"/>
              </a:ext>
            </a:extLst>
          </p:cNvPr>
          <p:cNvSpPr txBox="1"/>
          <p:nvPr/>
        </p:nvSpPr>
        <p:spPr>
          <a:xfrm>
            <a:off x="504466" y="3439400"/>
            <a:ext cx="203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テキストエリア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DD3A77-42B2-14CC-5572-C1520041EA55}"/>
              </a:ext>
            </a:extLst>
          </p:cNvPr>
          <p:cNvSpPr/>
          <p:nvPr/>
        </p:nvSpPr>
        <p:spPr>
          <a:xfrm>
            <a:off x="331756" y="3429001"/>
            <a:ext cx="11398426" cy="21959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3F9EA19-41FC-1DC5-51A1-B3A3160A283B}"/>
              </a:ext>
            </a:extLst>
          </p:cNvPr>
          <p:cNvSpPr/>
          <p:nvPr/>
        </p:nvSpPr>
        <p:spPr>
          <a:xfrm>
            <a:off x="117695" y="5747423"/>
            <a:ext cx="5364344" cy="90318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41F08F-FE5C-7671-9B25-BF257745C7A2}"/>
              </a:ext>
            </a:extLst>
          </p:cNvPr>
          <p:cNvSpPr txBox="1"/>
          <p:nvPr/>
        </p:nvSpPr>
        <p:spPr>
          <a:xfrm>
            <a:off x="130549" y="5965077"/>
            <a:ext cx="302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en-US" altLang="ja-JP" dirty="0" err="1"/>
              <a:t>save_button</a:t>
            </a:r>
            <a:r>
              <a:rPr lang="en-US" altLang="ja-JP" dirty="0"/>
              <a:t>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EF3173-F42B-04D1-39C6-7CEE762A17C6}"/>
              </a:ext>
            </a:extLst>
          </p:cNvPr>
          <p:cNvSpPr/>
          <p:nvPr/>
        </p:nvSpPr>
        <p:spPr>
          <a:xfrm>
            <a:off x="7301345" y="5686216"/>
            <a:ext cx="4359518" cy="1085776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9C3B93-682D-1B49-2E46-F2F143CA945E}"/>
              </a:ext>
            </a:extLst>
          </p:cNvPr>
          <p:cNvSpPr txBox="1"/>
          <p:nvPr/>
        </p:nvSpPr>
        <p:spPr>
          <a:xfrm>
            <a:off x="7494869" y="5654144"/>
            <a:ext cx="290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en-US" altLang="ja-JP" dirty="0" err="1"/>
              <a:t>remove_button</a:t>
            </a:r>
            <a:r>
              <a:rPr lang="en-US" altLang="ja-JP" dirty="0"/>
              <a:t>}</a:t>
            </a:r>
            <a:r>
              <a:rPr lang="ja-JP" altLang="en-US" dirty="0">
                <a:solidFill>
                  <a:srgbClr val="FF0000"/>
                </a:solidFill>
              </a:rPr>
              <a:t>ボタン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DD6565-5D76-9C7D-156B-2D73D9A4FC50}"/>
              </a:ext>
            </a:extLst>
          </p:cNvPr>
          <p:cNvSpPr txBox="1"/>
          <p:nvPr/>
        </p:nvSpPr>
        <p:spPr>
          <a:xfrm>
            <a:off x="1277164" y="4342350"/>
            <a:ext cx="34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{</a:t>
            </a:r>
            <a:r>
              <a:rPr lang="ja-JP" altLang="ja-JP" dirty="0"/>
              <a:t>answer</a:t>
            </a:r>
            <a:r>
              <a:rPr lang="en-US" altLang="ja-JP" dirty="0"/>
              <a:t>_area}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115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617</Words>
  <Application>Microsoft Office PowerPoint</Application>
  <PresentationFormat>ワイド画面</PresentationFormat>
  <Paragraphs>178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R7入学　矢野　陽一</dc:creator>
  <cp:lastModifiedBy>R7入学　矢野　陽一</cp:lastModifiedBy>
  <cp:revision>19</cp:revision>
  <dcterms:created xsi:type="dcterms:W3CDTF">2026-06-25T03:46:59Z</dcterms:created>
  <dcterms:modified xsi:type="dcterms:W3CDTF">2026-07-02T04:25:16Z</dcterms:modified>
</cp:coreProperties>
</file>